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46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להתחיל בשאלה. להגיד שזו לא שאלה תיאורטית, כי calibration יומי עולה זמן ודאטה מתויג. הממצא: לא כן ולא לא — ה-GRU יכול להישאר קפוא, אבל צריך לבחור נכון את ה-input state של היום.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להראות את התוצאות מהסוף: native 9.06%, wrong input עולה ל-22–34%, moment matching לא עוזר, calibration עוזר חלקית, previous ו-geometry טובים יותר. להסביר PER = phoneme error rate, כמה טעויות ברמת הצלילים.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לא לקרוא לזה stress test. להגיד: עשינו input-state mismatch audit. שמנו input layer לא נכון וראינו שהשגיאה קופצת. moment matching לא עוזר. calibration קטן עוזר חלקית. לכן נשאלת השאלה: האם אפשר למצוא state מתאים מהעבר?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 פשוט: הדאטה הוא trials × time × features. כל time bin הוא נקודה במרחב רב-ממדי. כל session הוא ענן נקודות. covariance הוא צורת הענן — איך הערוצים משתנים ביחד.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להציג את Figure 1: חלון קצר בתחילת היום, מחשבים geometry, משווים לספריית input states. קודם previous, אחר כך older candidate, ורק בסוף calibration. ה-GRU וה-output נשארים קפואים.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להסביר: heatmap עם פס אלכסוני אומר שימים קרובים דומים גיאומטרית, וזה מסביר למה previous חזק. אבל יש גם לא-מונוטוניות ולכן older states יכולים להיות רלוונטיים.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להדגיש את הכנות המדעית: בהתחלה חשבנו שאולי geometry תפתור הכל, אבל גילינו שהיא signal ולא policy. לכן צריך confidence threshold לפני שמחליפים את previous.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סיום: זה לא daily retraining. זה input-state management. קודם previous, אם stale אז geometry retrieval, ואם אין התאמה אז calibration לשכבת הקלט בלבד.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סגירה קצרה מאוד: שלושה takeaways והמשפט המרכזי.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04672"/>
            <a:ext cx="109270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we really need to recalibrate or retrain</a:t>
            </a:r>
            <a:endParaRPr lang="en-US" sz="3700" dirty="0"/>
          </a:p>
          <a:p>
            <a:pPr marL="0" indent="0" algn="ctr">
              <a:buNone/>
            </a:pPr>
            <a:r>
              <a:rPr lang="en-US" sz="3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brain-to-text decoder every day?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188720" y="212140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AdaptLadder-BCI: Drift Geometry and Minimal Calibration in Brain-to-Text BCI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638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Ron Nuriel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60273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L" sz="1400" dirty="0"/>
              <a:t>Yacov (Toky) Hel-Or, Doron Friedman, Itzhak Fried Rafael Malach, Eilon Vaadia, Sarel Cohen</a:t>
            </a: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617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the end: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4617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yes. Not no. The decoder can stay frozen — but the input state must be chosen.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5212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 →  geometry retrieval  →  calibration only if needed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1/9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from the end: input state is the bottleneck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frozen GRU. Different input state. Huge difference in phoneme error.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69164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108B55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9.06%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native-day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daily input state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23160" y="1325880"/>
            <a:ext cx="1691640" cy="1325880"/>
          </a:xfrm>
          <a:prstGeom prst="rect">
            <a:avLst/>
          </a:prstGeom>
          <a:solidFill>
            <a:srgbClr val="FDECEC"/>
          </a:solidFill>
          <a:ln w="12700">
            <a:solidFill>
              <a:srgbClr val="C9302C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22–34%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input 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breaks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325880"/>
            <a:ext cx="1691640" cy="1325880"/>
          </a:xfrm>
          <a:prstGeom prst="rect">
            <a:avLst/>
          </a:prstGeom>
          <a:solidFill>
            <a:srgbClr val="FDECEC"/>
          </a:solidFill>
          <a:ln w="12700">
            <a:solidFill>
              <a:srgbClr val="C9302C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22.73%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/ variance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fails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80760" y="1325880"/>
            <a:ext cx="1691640" cy="1325880"/>
          </a:xfrm>
          <a:prstGeom prst="rect">
            <a:avLst/>
          </a:prstGeom>
          <a:solidFill>
            <a:srgbClr val="FFF3E5"/>
          </a:solidFill>
          <a:ln w="12700">
            <a:solidFill>
              <a:srgbClr val="E86E0C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18.59%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labeled trials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recovery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1325880"/>
            <a:ext cx="1691640" cy="1325880"/>
          </a:xfrm>
          <a:prstGeom prst="rect">
            <a:avLst/>
          </a:prstGeom>
          <a:solidFill>
            <a:srgbClr val="EAF3FF"/>
          </a:solidFill>
          <a:ln w="12700">
            <a:solidFill>
              <a:srgbClr val="2F80ED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12.21%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input 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simple policy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38360" y="1325880"/>
            <a:ext cx="1691640" cy="1325880"/>
          </a:xfrm>
          <a:prstGeom prst="rect">
            <a:avLst/>
          </a:prstGeom>
          <a:solidFill>
            <a:srgbClr val="F0EDFF"/>
          </a:solidFill>
          <a:ln w="12700">
            <a:solidFill>
              <a:srgbClr val="7452F5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45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12.74%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45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retrieval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45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close, needs threshold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= phoneme error rate: lower is better.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Take-home: before retraining, ask which input state should feed the frozen decoder.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34440" y="47091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turns drift from “train every day” into “select or lightly adapt the input layer.”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2/9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1: wrong input-state selection breaks decoding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GRU is not necessarily the problem — the interface into it is.</a:t>
            </a:r>
            <a:endParaRPr lang="en-US" sz="1050" dirty="0"/>
          </a:p>
        </p:txBody>
      </p:sp>
      <p:pic>
        <p:nvPicPr>
          <p:cNvPr id="4" name="Image 0" descr="/tmp/pptx_extract/ppt/media/image-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04950"/>
            <a:ext cx="5623560" cy="3436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11612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Input-state mismatch audit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37960" y="1645920"/>
            <a:ext cx="480060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Native-day input layer: 9.06% PER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non-native layer: 22.67–34.43% PER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Channel-wise moment match: 22.73% PER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Input-layer calibration, K=20: 18.59% PER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6446520" y="32461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37960" y="367588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/ scale correction is too weak.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supervised calibration helps, but does not recover native-day performance.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first move: choose the right input state.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5833872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86E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created by this result: can we find a compatible state from history?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5/9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we mean by “neural geometry”?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× time bins × neural features → a cloud of neural-feature vectors.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2468880" cy="2377440"/>
          </a:xfrm>
          <a:prstGeom prst="rect">
            <a:avLst/>
          </a:prstGeom>
          <a:solidFill>
            <a:srgbClr val="EAF3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T15 data shape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/ sentences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bins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29000" y="2148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023360" y="1234440"/>
            <a:ext cx="2834640" cy="2377440"/>
          </a:xfrm>
          <a:prstGeom prst="rect">
            <a:avLst/>
          </a:prstGeom>
          <a:solidFill>
            <a:srgbClr val="F0EDFF"/>
          </a:solidFill>
          <a:ln w="12700">
            <a:solidFill>
              <a:srgbClr val="7452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trials + time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= point cloud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channel space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point = 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time-bin vector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86600" y="2148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80960" y="1234440"/>
            <a:ext cx="3520440" cy="2377440"/>
          </a:xfrm>
          <a:prstGeom prst="rect">
            <a:avLst/>
          </a:prstGeom>
          <a:solidFill>
            <a:srgbClr val="EAF7EF"/>
          </a:solidFill>
          <a:ln w="12700">
            <a:solidFill>
              <a:srgbClr val="108B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= cloud shape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Covariance tells 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neural channels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together.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today’s cloud shape resembles a past day, that past input layer may still be compatible.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194560" y="4983480"/>
            <a:ext cx="4572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10285A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used: relative Frobenius covariance distance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4983480"/>
            <a:ext cx="3246120" cy="320040"/>
          </a:xfrm>
          <a:prstGeom prst="rect">
            <a:avLst/>
          </a:prstGeom>
          <a:solidFill>
            <a:srgbClr val="F0EDFF"/>
          </a:solidFill>
          <a:ln w="12700">
            <a:solidFill>
              <a:srgbClr val="7452F5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5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checked: subspace + principal angles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5742432"/>
            <a:ext cx="9601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raw spikes alone: neural features / channels after preprocessing.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3/9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adaptation ladder: start cheap, escalate only when needed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1 from the paper — the whole method in one picture.</a:t>
            </a:r>
            <a:endParaRPr lang="en-US" sz="1050" dirty="0"/>
          </a:p>
        </p:txBody>
      </p:sp>
      <p:pic>
        <p:nvPicPr>
          <p:cNvPr id="4" name="Image 0" descr="/mnt/data/figure1_adaptation_ladder_v4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563" y="1051560"/>
            <a:ext cx="8664115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87044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is the default. Geometry retrieves candidates. Calibration is last.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4/9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2: drift is structured, not random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days are often nearby in input-state geometry — but the trajectory is not perfectly monotonic.</a:t>
            </a:r>
            <a:endParaRPr lang="en-US" sz="1050" dirty="0"/>
          </a:p>
        </p:txBody>
      </p:sp>
      <p:pic>
        <p:nvPicPr>
          <p:cNvPr id="4" name="Image 0" descr="/tmp/pptx_extract/ppt/media/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923" y="1033272"/>
            <a:ext cx="9206249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745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diagonal band = nearby days have similar geometry</a:t>
            </a:r>
            <a:endParaRPr lang="en-US" sz="1130" dirty="0"/>
          </a:p>
        </p:txBody>
      </p:sp>
      <p:sp>
        <p:nvSpPr>
          <p:cNvPr id="6" name="Text 3"/>
          <p:cNvSpPr/>
          <p:nvPr/>
        </p:nvSpPr>
        <p:spPr>
          <a:xfrm>
            <a:off x="4343400" y="59436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 ρ = 0.85 = drift grows with time</a:t>
            </a:r>
            <a:endParaRPr lang="en-US" sz="1130" dirty="0"/>
          </a:p>
        </p:txBody>
      </p:sp>
      <p:sp>
        <p:nvSpPr>
          <p:cNvPr id="7" name="Text 4"/>
          <p:cNvSpPr/>
          <p:nvPr/>
        </p:nvSpPr>
        <p:spPr>
          <a:xfrm>
            <a:off x="7909560" y="5943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non-monotonic cases = older states can matter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6/9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3: geometry proposes candidates — confidence threshold needed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Closer in covariance is not always lower PER.</a:t>
            </a:r>
            <a:endParaRPr lang="en-US" sz="1050" dirty="0"/>
          </a:p>
        </p:txBody>
      </p:sp>
      <p:pic>
        <p:nvPicPr>
          <p:cNvPr id="4" name="Image 0" descr="/tmp/pptx_extract/ppt/media/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77" y="1170432"/>
            <a:ext cx="4580662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1188720"/>
            <a:ext cx="18745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10285A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selected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sessions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49640" y="1188720"/>
            <a:ext cx="1874520" cy="1005840"/>
          </a:xfrm>
          <a:prstGeom prst="rect">
            <a:avLst/>
          </a:prstGeom>
          <a:solidFill>
            <a:srgbClr val="FFF3E5"/>
          </a:solidFill>
          <a:ln w="12700">
            <a:solidFill>
              <a:srgbClr val="E86E0C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selected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sessions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46520" y="2514600"/>
            <a:ext cx="1874520" cy="1005840"/>
          </a:xfrm>
          <a:prstGeom prst="rect">
            <a:avLst/>
          </a:prstGeom>
          <a:solidFill>
            <a:srgbClr val="EAF7EF"/>
          </a:solidFill>
          <a:ln w="12700">
            <a:solidFill>
              <a:srgbClr val="108B55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wins cases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49640" y="2514600"/>
            <a:ext cx="1874520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C9302C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still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cases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41605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False-positive retrieval cost: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6446520" y="4480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C930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3.23 percentage points PER on average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446520" y="54406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geometry should propose older states, not blindly override recency.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7/9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answer: manage input states, not the decoder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6-minute summary of the paper in one decision ladder.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98448"/>
            <a:ext cx="3200400" cy="2148840"/>
          </a:xfrm>
          <a:prstGeom prst="rect">
            <a:avLst/>
          </a:prstGeom>
          <a:solidFill>
            <a:srgbClr val="EAF7EF"/>
          </a:solidFill>
          <a:ln w="12700">
            <a:solidFill>
              <a:srgbClr val="108B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Reuse previous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last state is recent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8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days: 9.97% PER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96512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617720" y="1298448"/>
            <a:ext cx="3200400" cy="2148840"/>
          </a:xfrm>
          <a:prstGeom prst="rect">
            <a:avLst/>
          </a:prstGeom>
          <a:solidFill>
            <a:srgbClr val="FFF3E5"/>
          </a:solidFill>
          <a:ln w="12700">
            <a:solidFill>
              <a:srgbClr val="E86E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Retrieve by geometry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previous is stale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K=20 geometry: 12.74% PER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45552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366760" y="1298448"/>
            <a:ext cx="3200400" cy="2148840"/>
          </a:xfrm>
          <a:prstGeom prst="rect">
            <a:avLst/>
          </a:prstGeom>
          <a:solidFill>
            <a:srgbClr val="FDECEC"/>
          </a:solidFill>
          <a:ln w="12700">
            <a:solidFill>
              <a:srgbClr val="C930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Calibrate input only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stored state is reliable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22.67 → 18.59% 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decoder can stay frozen; the system selects or lightly adapts the input state.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4864608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confidence threshold, WER + LM decoding, and closed-loop validation.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377440" y="5605272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reuse  →  retrieve  →  calibrate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8/9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decoder can stay frozen.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to adapt is the input state.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takeaways: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3474720"/>
            <a:ext cx="3108960" cy="1051560"/>
          </a:xfrm>
          <a:prstGeom prst="rect">
            <a:avLst/>
          </a:prstGeom>
          <a:solidFill>
            <a:srgbClr val="FDECEC"/>
          </a:solidFill>
          <a:ln w="12700">
            <a:solidFill>
              <a:srgbClr val="C930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3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Wrong input states break decoding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3474720"/>
            <a:ext cx="3108960" cy="1051560"/>
          </a:xfrm>
          <a:prstGeom prst="rect">
            <a:avLst/>
          </a:prstGeom>
          <a:solidFill>
            <a:srgbClr val="F0EDFF"/>
          </a:solidFill>
          <a:ln w="12700">
            <a:solidFill>
              <a:srgbClr val="7452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45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Drift has measurable geometry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3474720"/>
            <a:ext cx="3108960" cy="1051560"/>
          </a:xfrm>
          <a:prstGeom prst="rect">
            <a:avLst/>
          </a:prstGeom>
          <a:solidFill>
            <a:srgbClr val="FFF3E5"/>
          </a:solidFill>
          <a:ln w="12700">
            <a:solidFill>
              <a:srgbClr val="E86E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E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Geometry needs a confidence threshold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8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424160" y="64739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9/9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1031</Words>
  <Application>Microsoft Macintosh PowerPoint</Application>
  <PresentationFormat>Widescreen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AdaptLadder-BCI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we really need to recalibrate or retrain a brain-to-text decoder every day?</dc:title>
  <dc:subject>AdaptLadder-BCI</dc:subject>
  <dc:creator>Ron Nuriel</dc:creator>
  <cp:lastModifiedBy>Ron Nuriel</cp:lastModifiedBy>
  <cp:revision>3</cp:revision>
  <dcterms:created xsi:type="dcterms:W3CDTF">2026-05-21T16:48:17Z</dcterms:created>
  <dcterms:modified xsi:type="dcterms:W3CDTF">2026-05-21T17:47:34Z</dcterms:modified>
</cp:coreProperties>
</file>