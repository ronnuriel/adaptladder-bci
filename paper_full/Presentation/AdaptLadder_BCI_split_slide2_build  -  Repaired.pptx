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76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00:00–00:20. Open with the question. Say daily BCI calibration costs user time and labeled data. Main answer: not yes, not no—the GRU can stay frozen, but the input state must be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00:20–00:40. Daily calibration costs user time and labels. It can make a system that should help harder to use. Transition: can we avoid retraining by managing input states?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00:40–01:00. Instead of asking how to retrain the model, ask which historical input state is most compatible with the brain signal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01:00–01:25. We are not proposing a new decoder. The official T15 GRU and output head stay frozen. What changes is the input layer: the adapter between neural features and the GRU.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01:25–01:50. First result: with the native input layer, PER is about 9%. With the wrong input layer, error jumps to roughly 22–34%. The GRU is not necessarily broken; the interface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01:50–02:15. We tested whether drift is just mean or scale. Moment matching stayed around 22.7% PER. Input-layer calibration with 20 labeled trials improves to 18.6%, but it is still far from native-day.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02:15–02:40. Stronger low-cost move: reuse or retrieve compatible input states. Previous reaches about 12.2% PER; geometry is close at about 12.7%.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02:40–03:05. Geometry means the shape of neural activity. Trials by time bins by features become a cloud. Covariance describes the cloud shape—how neural channels move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03:05–03:40. This architecture slide can stay on screen slightly longer. A short beginning-of-day window estimates target geometry, compares it to stored input states, then chooses the cheapest reliable action: previous, geometry candidate, or input-only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03:40–04:05. Drift is not random. The heatmap shows a diagonal band: nearby days tend to be close. The scatter shows covariance shift grows with time, rho about 0.85. But it is not perfectly monotonic, so older states can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04:05–04:30. This is the caution. At K=20, geometry selected previous in 26 sessions and older in 11. Among those older choices, older wins only 3 times; previous still wins in 7, with one tie. Geometry is a candidate signal, not a full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04:30–04:50. Operational answer: reuse previous when recent, retrieve by geometry when previous is stale, and calibrate input only if no stored state is 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04:50–05:00. Close: no, we do not necessarily need to recalibrate or retrain every day. The decoder can stay frozen. What needs to adapt is the input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881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we really need to recalibrate or retrain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brain-to-text decoder every day?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4360" y="1993392"/>
            <a:ext cx="10881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frozen: recency-aware input-state management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3127248"/>
            <a:ext cx="107899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Ron Nuriel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566160"/>
            <a:ext cx="10789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Yacov Hel-Or, Doron Friedman, Itzhak Fried, Rafael Malach, Eilon Vaadia, Sarel Cohen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4617720"/>
            <a:ext cx="8001000" cy="475488"/>
          </a:xfrm>
          <a:prstGeom prst="roundRect">
            <a:avLst>
              <a:gd name="adj" fmla="val 13462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2194560" y="4645152"/>
            <a:ext cx="7818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 →  geometry retrieval  →  calibration only if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1/13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recalibration is a user burden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BCI, this is not a theoretical question.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2971800" cy="2057400"/>
          </a:xfrm>
          <a:prstGeom prst="roundRect">
            <a:avLst>
              <a:gd name="adj" fmla="val 3111"/>
            </a:avLst>
          </a:prstGeom>
          <a:solidFill>
            <a:srgbClr val="FFF3E6"/>
          </a:solidFill>
          <a:ln w="1778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86968" y="2103120"/>
            <a:ext cx="27523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time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calibration block is time the user spends maintaining the system.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44752"/>
            <a:ext cx="2971800" cy="2057400"/>
          </a:xfrm>
          <a:prstGeom prst="roundRect">
            <a:avLst>
              <a:gd name="adj" fmla="val 3111"/>
            </a:avLst>
          </a:prstGeom>
          <a:solidFill>
            <a:srgbClr val="F1EEFF"/>
          </a:solidFill>
          <a:ln w="1778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29768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61688" y="2103120"/>
            <a:ext cx="27523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data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Supervised updates need known prompts or labels at the start of the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26680" y="1444752"/>
            <a:ext cx="2971800" cy="2057400"/>
          </a:xfrm>
          <a:prstGeom prst="roundRect">
            <a:avLst>
              <a:gd name="adj" fmla="val 3111"/>
            </a:avLst>
          </a:prstGeom>
          <a:solidFill>
            <a:srgbClr val="FCEBEB"/>
          </a:solidFill>
          <a:ln w="1778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772400" y="1554480"/>
            <a:ext cx="2880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36408" y="2103120"/>
            <a:ext cx="27523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usability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863840" y="2468880"/>
            <a:ext cx="26974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helpful BCI should not become hard to use because it needs daily tuning.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the practical question is not only “can we retrain?”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920240" y="4892040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2011680" y="4919472"/>
            <a:ext cx="813816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we keep the decoder fixed and manage the input state instead?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20240" y="489204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0"/>
            </a:srgbClr>
          </a:solidFill>
          <a:ln w="381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2/13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Reframe the daily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“train every day”; first ask which historical input state fits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280160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FCEBEB"/>
          </a:solidFill>
          <a:ln w="254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06424" y="1389888"/>
            <a:ext cx="4462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55648"/>
            <a:ext cx="43891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retrain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today?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25312" y="2011680"/>
            <a:ext cx="502920" cy="347472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6647688" y="1280160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EAF7EF"/>
          </a:solidFill>
          <a:ln w="254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793992" y="1389888"/>
            <a:ext cx="4462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question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30568" y="1755648"/>
            <a:ext cx="43891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historical input state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compatible with today's brain signal?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finding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251960"/>
            <a:ext cx="1028700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frozen.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input state must be chosen.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63240" y="5303520"/>
            <a:ext cx="6309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state = day-specific input layer / adapter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3/13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frozen GRU. Different input adapter.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GRU knows how to decode; the neural signal must enter through the right adapter.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AF3FF"/>
          </a:solidFill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32104" y="1709928"/>
            <a:ext cx="16733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Today's neural features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075688"/>
            <a:ext cx="1600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T15 feature stream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16352" y="201168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3E6"/>
          </a:solidFill>
          <a:ln w="2794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575304" y="1527048"/>
            <a:ext cx="2176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state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11880" y="1892808"/>
            <a:ext cx="2103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day-specific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layer / adapter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201168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6601968" y="1417320"/>
            <a:ext cx="2057400" cy="1737360"/>
          </a:xfrm>
          <a:prstGeom prst="roundRect">
            <a:avLst>
              <a:gd name="adj" fmla="val 4211"/>
            </a:avLst>
          </a:prstGeom>
          <a:solidFill>
            <a:srgbClr val="EAF7EF"/>
          </a:solidFill>
          <a:ln w="2794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748272" y="1527048"/>
            <a:ext cx="176479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Frozen GRU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84848" y="1892808"/>
            <a:ext cx="1691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update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70648" y="2560320"/>
            <a:ext cx="228600" cy="228600"/>
          </a:xfrm>
          <a:prstGeom prst="arc">
            <a:avLst/>
          </a:prstGeom>
          <a:noFill/>
          <a:ln w="1651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7397496" y="2724912"/>
            <a:ext cx="384048" cy="2743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488936" y="2706624"/>
            <a:ext cx="20116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51392" y="201168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9400032" y="14173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EAF7EF"/>
          </a:solidFill>
          <a:ln w="2794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9546336" y="1527048"/>
            <a:ext cx="162763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head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82912" y="1892808"/>
            <a:ext cx="15544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phonemes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1261872"/>
            <a:ext cx="2834640" cy="2048256"/>
          </a:xfrm>
          <a:prstGeom prst="roundRect">
            <a:avLst>
              <a:gd name="adj" fmla="val 3571"/>
            </a:avLst>
          </a:prstGeom>
          <a:solidFill>
            <a:srgbClr val="FFFFFF">
              <a:alpha val="0"/>
            </a:srgbClr>
          </a:solidFill>
          <a:ln w="508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3456432" y="3538728"/>
            <a:ext cx="2468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05840" y="4315968"/>
            <a:ext cx="100584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interface into the frozen decoder.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2331720" y="5047488"/>
            <a:ext cx="7543800" cy="438912"/>
          </a:xfrm>
          <a:prstGeom prst="roundRect">
            <a:avLst>
              <a:gd name="adj" fmla="val 14583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2423160" y="5074920"/>
            <a:ext cx="73609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we call the problem input-state management.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4/13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1: wrong input-state selection breaks decoding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is not necessarily the problem — the interface into it is.</a:t>
            </a:r>
            <a:endParaRPr lang="en-US" sz="1300" dirty="0"/>
          </a:p>
        </p:txBody>
      </p:sp>
      <p:pic>
        <p:nvPicPr>
          <p:cNvPr id="4" name="Image 0" descr="/mnt/data/adapt_assets/slide3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653796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325880"/>
            <a:ext cx="1874520" cy="1508760"/>
          </a:xfrm>
          <a:prstGeom prst="roundRect">
            <a:avLst>
              <a:gd name="adj" fmla="val 4242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543800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07808" y="1984248"/>
            <a:ext cx="16550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native-day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7635240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daily input state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555480" y="1325880"/>
            <a:ext cx="1874520" cy="1508760"/>
          </a:xfrm>
          <a:prstGeom prst="roundRect">
            <a:avLst>
              <a:gd name="adj" fmla="val 4242"/>
            </a:avLst>
          </a:prstGeom>
          <a:solidFill>
            <a:srgbClr val="FCEBEB"/>
          </a:solidFill>
          <a:ln w="3556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9601200" y="1435608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22–34%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65208" y="1984248"/>
            <a:ext cx="165506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state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9692640" y="2350008"/>
            <a:ext cx="1600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non-native input layers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555480" y="132588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0"/>
            </a:srgbClr>
          </a:solidFill>
          <a:ln w="508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7406640" y="3547872"/>
            <a:ext cx="41605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GRU. Different input state. Huge PER jump.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52360" y="4754880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2F4F7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7543800" y="4782312"/>
            <a:ext cx="3886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= phoneme error rate; lower is better.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5/13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correction is too weak; small calibration is partial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Mean/variance matching does not reproduce the right daily input layer.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2926080" cy="2286000"/>
          </a:xfrm>
          <a:prstGeom prst="roundRect">
            <a:avLst>
              <a:gd name="adj" fmla="val 2800"/>
            </a:avLst>
          </a:prstGeom>
          <a:solidFill>
            <a:srgbClr val="FCEBEB"/>
          </a:solidFill>
          <a:ln w="381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60120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22.73%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1984248"/>
            <a:ext cx="27066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 matching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051560" y="2350008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and variance correction stays near the fixed-source failure.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2926080" cy="2286000"/>
          </a:xfrm>
          <a:prstGeom prst="roundRect">
            <a:avLst>
              <a:gd name="adj" fmla="val 2800"/>
            </a:avLst>
          </a:prstGeom>
          <a:solidFill>
            <a:srgbClr val="FFF3E6"/>
          </a:solidFill>
          <a:ln w="381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453128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18.59%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17136" y="1984248"/>
            <a:ext cx="27066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labeled trials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4544568" y="2350008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Input-layer calibration helps, but remains far from native-day.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0416" y="1325880"/>
            <a:ext cx="2926080" cy="2286000"/>
          </a:xfrm>
          <a:prstGeom prst="roundRect">
            <a:avLst>
              <a:gd name="adj" fmla="val 2800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946136" y="1435608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10144" y="1984248"/>
            <a:ext cx="27066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native-day reference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8037576" y="2350008"/>
            <a:ext cx="26517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 is much lower when the correct state is used.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50208" y="2194560"/>
            <a:ext cx="347472" cy="256032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7452360" y="2194560"/>
            <a:ext cx="347472" cy="256032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106527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is useful — but it should not be the first move if a compatible state already exists.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89120" y="1298448"/>
            <a:ext cx="2971800" cy="2340864"/>
          </a:xfrm>
          <a:prstGeom prst="roundRect">
            <a:avLst>
              <a:gd name="adj" fmla="val 3125"/>
            </a:avLst>
          </a:prstGeom>
          <a:solidFill>
            <a:srgbClr val="FFFFFF">
              <a:alpha val="0"/>
            </a:srgbClr>
          </a:solidFill>
          <a:ln w="508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6/13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low-cost move: select a compatible past input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retraining, check whether the right adapter already exists in history.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4251960" cy="2468880"/>
          </a:xfrm>
          <a:prstGeom prst="roundRect">
            <a:avLst>
              <a:gd name="adj" fmla="val 2593"/>
            </a:avLst>
          </a:prstGeom>
          <a:solidFill>
            <a:srgbClr val="EAF7EF"/>
          </a:solidFill>
          <a:ln w="381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88720" y="1435608"/>
            <a:ext cx="4160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12.21%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52728" y="1984248"/>
            <a:ext cx="40325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input state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1280160" y="2350008"/>
            <a:ext cx="3977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simple policy at K = 20. No labels, no training.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766560" y="1325880"/>
            <a:ext cx="4251960" cy="2468880"/>
          </a:xfrm>
          <a:prstGeom prst="roundRect">
            <a:avLst>
              <a:gd name="adj" fmla="val 2593"/>
            </a:avLst>
          </a:prstGeom>
          <a:solidFill>
            <a:srgbClr val="F1EEFF"/>
          </a:solidFill>
          <a:ln w="3810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812280" y="1435608"/>
            <a:ext cx="4160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12.74%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76288" y="1984248"/>
            <a:ext cx="403250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retrieval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903720" y="2350008"/>
            <a:ext cx="39776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to previous; retrieves candidate states, but needs a threshold.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1243584"/>
            <a:ext cx="4389120" cy="2633472"/>
          </a:xfrm>
          <a:prstGeom prst="roundRect">
            <a:avLst>
              <a:gd name="adj" fmla="val 2778"/>
            </a:avLst>
          </a:prstGeom>
          <a:solidFill>
            <a:srgbClr val="FFFFFF">
              <a:alpha val="0"/>
            </a:srgbClr>
          </a:solidFill>
          <a:ln w="508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702552" y="1243584"/>
            <a:ext cx="4389120" cy="2633472"/>
          </a:xfrm>
          <a:prstGeom prst="roundRect">
            <a:avLst>
              <a:gd name="adj" fmla="val 2778"/>
            </a:avLst>
          </a:prstGeom>
          <a:solidFill>
            <a:srgbClr val="FFFFFF">
              <a:alpha val="0"/>
            </a:srgbClr>
          </a:solidFill>
          <a:ln w="5080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60120" y="4434840"/>
            <a:ext cx="10287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core ladder: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554480" y="4892040"/>
            <a:ext cx="9052560" cy="530352"/>
          </a:xfrm>
          <a:prstGeom prst="roundRect">
            <a:avLst>
              <a:gd name="adj" fmla="val 12069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645920" y="4919472"/>
            <a:ext cx="8869680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previous  →  retrieve by geometry  →  calibrate only if needed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7/13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we mean by “neural geometry”?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session becomes a cloud of neural-feature vectors.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240280" cy="2057400"/>
          </a:xfrm>
          <a:prstGeom prst="roundRect">
            <a:avLst>
              <a:gd name="adj" fmla="val 3556"/>
            </a:avLst>
          </a:prstGeom>
          <a:solidFill>
            <a:srgbClr val="EAF3FF"/>
          </a:solidFill>
          <a:ln w="1905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32104" y="1298448"/>
            <a:ext cx="19476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T15 data shape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664208"/>
            <a:ext cx="1874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/ sentences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bins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27248" y="205740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703320" y="1188720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1EEFF"/>
          </a:solidFill>
          <a:ln w="1905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849624" y="1298448"/>
            <a:ext cx="21762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Flatten trials + time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886200" y="1664208"/>
            <a:ext cx="21031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time bin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one point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channel space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73368" y="2057400"/>
            <a:ext cx="365760" cy="292608"/>
          </a:xfrm>
          <a:prstGeom prst="rightArrow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6949440" y="1188720"/>
            <a:ext cx="4434840" cy="2057400"/>
          </a:xfrm>
          <a:prstGeom prst="roundRect">
            <a:avLst>
              <a:gd name="adj" fmla="val 3556"/>
            </a:avLst>
          </a:prstGeom>
          <a:solidFill>
            <a:srgbClr val="FFF3E6"/>
          </a:solidFill>
          <a:ln w="1905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132320" y="1316736"/>
            <a:ext cx="40690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= cloud shape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635240" y="2057400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7818120" y="1856232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8019288" y="2130552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8211312" y="1901952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8412480" y="2203704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8641080" y="1965960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8842248" y="2231136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9070848" y="2011680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9308592" y="2267712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9582912" y="2103120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9802368" y="2350008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9985248" y="2157984"/>
            <a:ext cx="118872" cy="118872"/>
          </a:xfrm>
          <a:prstGeom prst="ellipse">
            <a:avLst/>
          </a:prstGeom>
          <a:solidFill>
            <a:srgbClr val="6D55E8">
              <a:alpha val="85000"/>
            </a:srgbClr>
          </a:solidFill>
          <a:ln w="381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195560" y="2487168"/>
            <a:ext cx="118872" cy="118872"/>
          </a:xfrm>
          <a:prstGeom prst="ellipse">
            <a:avLst/>
          </a:prstGeom>
          <a:solidFill>
            <a:srgbClr val="2F80ED">
              <a:alpha val="85000"/>
            </a:srgbClr>
          </a:solidFill>
          <a:ln w="381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7543800" y="2514600"/>
            <a:ext cx="2880360" cy="0"/>
          </a:xfrm>
          <a:prstGeom prst="line">
            <a:avLst/>
          </a:prstGeom>
          <a:noFill/>
          <a:ln w="15240">
            <a:solidFill>
              <a:srgbClr val="5A647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7360920" y="2670048"/>
            <a:ext cx="36118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Covariance tells us how channels move together.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3794760"/>
            <a:ext cx="1056132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today’s cloud shape resembles a past day, that past input layer may still be compatible.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029968" y="4956048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EAF7EF"/>
          </a:solidFill>
          <a:ln w="1270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2121408" y="4983480"/>
            <a:ext cx="795528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short unlabeled K-shot window: K = 5, 10, or 20 trials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8/13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adaptation ladder: start cheap, escalate only when needed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1 from the paper — the whole method in one picture.</a:t>
            </a:r>
            <a:endParaRPr lang="en-US" sz="1300" dirty="0"/>
          </a:p>
        </p:txBody>
      </p:sp>
      <p:pic>
        <p:nvPicPr>
          <p:cNvPr id="4" name="Image 0" descr="/mnt/data/adapt_assets/slide5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11109960" cy="4681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5870448"/>
            <a:ext cx="9875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is default. Geometry retrieves candidates. Calibration is last.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9/13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2: drift is structured, not random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days are often nearby in geometry — but the trajectory is not perfectly monotonic.</a:t>
            </a:r>
            <a:endParaRPr lang="en-US" sz="1300" dirty="0"/>
          </a:p>
        </p:txBody>
      </p:sp>
      <p:pic>
        <p:nvPicPr>
          <p:cNvPr id="4" name="Image 0" descr="/mnt/data/adapt_assets/slide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60120"/>
            <a:ext cx="109270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596128"/>
            <a:ext cx="3429000" cy="384048"/>
          </a:xfrm>
          <a:prstGeom prst="roundRect">
            <a:avLst>
              <a:gd name="adj" fmla="val 16667"/>
            </a:avLst>
          </a:prstGeom>
          <a:solidFill>
            <a:srgbClr val="FFF3E6"/>
          </a:solidFill>
          <a:ln w="1270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822960" y="5623560"/>
            <a:ext cx="32461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diagonal band = nearby days have similar geometry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5596128"/>
            <a:ext cx="3337560" cy="38404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4434840" y="5623560"/>
            <a:ext cx="31546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Spearman ρ = 0.85 = drift grows with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5596128"/>
            <a:ext cx="3291840" cy="384048"/>
          </a:xfrm>
          <a:prstGeom prst="roundRect">
            <a:avLst>
              <a:gd name="adj" fmla="val 16667"/>
            </a:avLst>
          </a:prstGeom>
          <a:solidFill>
            <a:srgbClr val="F1EEFF"/>
          </a:solidFill>
          <a:ln w="1270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8001000" y="5623560"/>
            <a:ext cx="3108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non-monotonic cases = older states can matter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10/13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3: geometry proposes candidates — it does not decide alone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Closer in covariance is not always lower PER. A confidence gate is needed.</a:t>
            </a:r>
            <a:endParaRPr lang="en-US" sz="1300" dirty="0"/>
          </a:p>
        </p:txBody>
      </p:sp>
      <p:pic>
        <p:nvPicPr>
          <p:cNvPr id="4" name="Image 0" descr="/mnt/data/adapt_assets/slide7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434340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32120" y="109728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557784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641848" y="1755648"/>
            <a:ext cx="13807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previous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5669280" y="2121408"/>
            <a:ext cx="13258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60920" y="109728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FFF3E6"/>
          </a:solidFill>
          <a:ln w="1778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740664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70648" y="1755648"/>
            <a:ext cx="13807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older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7498080" y="2121408"/>
            <a:ext cx="13258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89720" y="1097280"/>
            <a:ext cx="1600200" cy="1170432"/>
          </a:xfrm>
          <a:prstGeom prst="roundRect">
            <a:avLst>
              <a:gd name="adj" fmla="val 5469"/>
            </a:avLst>
          </a:prstGeom>
          <a:solidFill>
            <a:srgbClr val="EAF7EF"/>
          </a:solidFill>
          <a:ln w="1778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1"/>
          <p:cNvSpPr/>
          <p:nvPr/>
        </p:nvSpPr>
        <p:spPr>
          <a:xfrm>
            <a:off x="9235440" y="1207008"/>
            <a:ext cx="1508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299448" y="1755648"/>
            <a:ext cx="138074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wins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9326880" y="2121408"/>
            <a:ext cx="13258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three cases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09360" y="27432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CEBEB"/>
          </a:solidFill>
          <a:ln w="381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6355080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19088" y="3401568"/>
            <a:ext cx="17922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still better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6446520" y="3767328"/>
            <a:ext cx="1737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older was selected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686800" y="27432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CEBEB"/>
          </a:solidFill>
          <a:ln w="3810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8732520" y="2852928"/>
            <a:ext cx="1920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3.23 pp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8796528" y="3401568"/>
            <a:ext cx="1792224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false-positive cost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8823960" y="3767328"/>
            <a:ext cx="1737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PER penalty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189720" y="1097280"/>
            <a:ext cx="160020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0"/>
            </a:srgbClr>
          </a:solidFill>
          <a:ln w="4445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3"/>
          <p:cNvSpPr/>
          <p:nvPr/>
        </p:nvSpPr>
        <p:spPr>
          <a:xfrm>
            <a:off x="6309360" y="27432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0"/>
            </a:srgbClr>
          </a:solidFill>
          <a:ln w="4445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4"/>
          <p:cNvSpPr/>
          <p:nvPr/>
        </p:nvSpPr>
        <p:spPr>
          <a:xfrm>
            <a:off x="5394960" y="5074920"/>
            <a:ext cx="5989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geometry should nominate older states, not blindly override recency.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6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11/13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88136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answer: manage input states, not the decoder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31520"/>
            <a:ext cx="10789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→ retrieve → calibrate.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EAF7EF"/>
          </a:solidFill>
          <a:ln w="27940">
            <a:solidFill>
              <a:srgbClr val="1480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23544" y="1389888"/>
            <a:ext cx="29535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8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Reuse previous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755648"/>
            <a:ext cx="28803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last state is recent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0–3 days: 9.97% PER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zero-shot, no labels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33672" y="2176272"/>
            <a:ext cx="411480" cy="320040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F1EEFF"/>
          </a:solidFill>
          <a:ln w="27940">
            <a:solidFill>
              <a:srgbClr val="6D5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992624" y="1389888"/>
            <a:ext cx="295351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55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Retrieve by geometry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755648"/>
            <a:ext cx="28803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previous is stale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K=20 geometry: 12.74% PER</a:t>
            </a:r>
            <a:endParaRPr lang="en-US" sz="1350" dirty="0"/>
          </a:p>
          <a:p>
            <a:pPr marL="0" indent="0" algn="ctr">
              <a:buNone/>
            </a:pP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nominate candidate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02752" y="2176272"/>
            <a:ext cx="411480" cy="320040"/>
          </a:xfrm>
          <a:prstGeom prst="rightArrow">
            <a:avLst/>
          </a:prstGeom>
          <a:solidFill>
            <a:srgbClr val="5A6474"/>
          </a:solidFill>
          <a:ln w="12700">
            <a:solidFill>
              <a:srgbClr val="5A647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8915400" y="12801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FF3E6"/>
          </a:solidFill>
          <a:ln w="2794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9061704" y="1389888"/>
            <a:ext cx="240487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Calibrate input only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098280" y="1755648"/>
            <a:ext cx="23317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stored state is reliable</a:t>
            </a:r>
            <a:endParaRPr lang="en-US" sz="1270" dirty="0"/>
          </a:p>
          <a:p>
            <a:pPr marL="0" indent="0" algn="ctr">
              <a:buNone/>
            </a:pPr>
            <a:endParaRPr lang="en-US" sz="1270" dirty="0"/>
          </a:p>
          <a:p>
            <a:pPr marL="0" indent="0" algn="ctr">
              <a:buNone/>
            </a:pPr>
            <a:r>
              <a:rPr lang="en-US" sz="12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22.67 → 18.59% PER</a:t>
            </a:r>
            <a:endParaRPr lang="en-US" sz="1270" dirty="0"/>
          </a:p>
          <a:p>
            <a:pPr marL="0" indent="0" algn="ctr">
              <a:buNone/>
            </a:pPr>
            <a:endParaRPr lang="en-US" sz="1270" dirty="0"/>
          </a:p>
          <a:p>
            <a:pPr marL="0" indent="0" algn="ctr">
              <a:buNone/>
            </a:pPr>
            <a:r>
              <a:rPr lang="en-US" sz="127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104698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frozen; the system selects or lightly adapts the input state.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5212080"/>
            <a:ext cx="8595360" cy="438912"/>
          </a:xfrm>
          <a:prstGeom prst="roundRect">
            <a:avLst>
              <a:gd name="adj" fmla="val 14583"/>
            </a:avLst>
          </a:prstGeom>
          <a:solidFill>
            <a:srgbClr val="EEF2FF"/>
          </a:solidFill>
          <a:ln w="12700">
            <a:solidFill>
              <a:srgbClr val="0B1F4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920240" y="5239512"/>
            <a:ext cx="841248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confidence threshold, WER + LM decoding, and closed-loop validation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12/13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1069848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decoder can stay frozen.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77240" y="1627632"/>
            <a:ext cx="106984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60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needs to adapt is the input state.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2788920"/>
            <a:ext cx="10698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takeaways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CEBEB"/>
          </a:solidFill>
          <a:ln w="21590">
            <a:solidFill>
              <a:srgbClr val="C83E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14984" y="3538728"/>
            <a:ext cx="30449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3E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3904488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input states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decoding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34290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2159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443984" y="3538728"/>
            <a:ext cx="30449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80560" y="3904488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has measurable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geometry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34290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3E6"/>
          </a:solidFill>
          <a:ln w="21590">
            <a:solidFill>
              <a:srgbClr val="E8751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872984" y="3538728"/>
            <a:ext cx="3044952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51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09560" y="3904488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Geometry needs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2D37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threshold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413248"/>
            <a:ext cx="1069848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1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502920" y="6364224"/>
            <a:ext cx="10881360" cy="0"/>
          </a:xfrm>
          <a:prstGeom prst="line">
            <a:avLst/>
          </a:prstGeom>
          <a:noFill/>
          <a:ln w="10160">
            <a:solidFill>
              <a:srgbClr val="E5EAF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9966960" y="6483096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5A64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AdaptLadder-BCI  ·  13/13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Macintosh PowerPoint</Application>
  <PresentationFormat>Widescreen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brain-to-text decoders need daily recalibration?</dc:title>
  <dc:subject>AdaptLadder-BCI presentation</dc:subject>
  <dc:creator>Ron Nuriel</dc:creator>
  <cp:lastModifiedBy>Ron Nuriel</cp:lastModifiedBy>
  <cp:revision>2</cp:revision>
  <dcterms:created xsi:type="dcterms:W3CDTF">2026-05-21T18:46:05Z</dcterms:created>
  <dcterms:modified xsi:type="dcterms:W3CDTF">2026-05-22T06:56:49Z</dcterms:modified>
</cp:coreProperties>
</file>